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Stephens</dc:creator>
  <cp:lastModifiedBy/>
  <cp:revision>27</cp:revision>
  <dcterms:created xsi:type="dcterms:W3CDTF">2018-07-30T23:03:22Z</dcterms:created>
  <dcterms:modified xsi:type="dcterms:W3CDTF">2025-01-16T13:00:08Z</dcterms:modified>
</cp:coreProperties>
</file>